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7" r:id="rId4"/>
    <p:sldId id="269" r:id="rId5"/>
    <p:sldId id="268" r:id="rId6"/>
    <p:sldId id="265" r:id="rId7"/>
    <p:sldId id="266" r:id="rId8"/>
    <p:sldId id="262" r:id="rId9"/>
    <p:sldId id="274" r:id="rId10"/>
    <p:sldId id="270" r:id="rId11"/>
    <p:sldId id="273" r:id="rId12"/>
    <p:sldId id="27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hika S" userId="08839f5df86501b0" providerId="LiveId" clId="{A91E2C09-B66A-462C-9572-B63B15A4627F}"/>
    <pc:docChg chg="undo custSel addSld modSld sldOrd">
      <pc:chgData name="Rithika S" userId="08839f5df86501b0" providerId="LiveId" clId="{A91E2C09-B66A-462C-9572-B63B15A4627F}" dt="2026-08-21T03:38:36.335" v="50"/>
      <pc:docMkLst>
        <pc:docMk/>
      </pc:docMkLst>
      <pc:sldChg chg="modSp mod">
        <pc:chgData name="Rithika S" userId="08839f5df86501b0" providerId="LiveId" clId="{A91E2C09-B66A-462C-9572-B63B15A4627F}" dt="2026-08-12T02:41:11.427" v="11" actId="14100"/>
        <pc:sldMkLst>
          <pc:docMk/>
          <pc:sldMk cId="2527721372" sldId="259"/>
        </pc:sldMkLst>
        <pc:spChg chg="mod">
          <ac:chgData name="Rithika S" userId="08839f5df86501b0" providerId="LiveId" clId="{A91E2C09-B66A-462C-9572-B63B15A4627F}" dt="2026-08-12T02:41:11.427" v="11" actId="14100"/>
          <ac:spMkLst>
            <pc:docMk/>
            <pc:sldMk cId="2527721372" sldId="259"/>
            <ac:spMk id="9" creationId="{C02C65CE-40DC-75C1-5199-9C504DBD015E}"/>
          </ac:spMkLst>
        </pc:spChg>
      </pc:sldChg>
      <pc:sldChg chg="modSp mod">
        <pc:chgData name="Rithika S" userId="08839f5df86501b0" providerId="LiveId" clId="{A91E2C09-B66A-462C-9572-B63B15A4627F}" dt="2026-08-12T04:02:20.074" v="42" actId="2710"/>
        <pc:sldMkLst>
          <pc:docMk/>
          <pc:sldMk cId="4073330134" sldId="262"/>
        </pc:sldMkLst>
        <pc:spChg chg="mod">
          <ac:chgData name="Rithika S" userId="08839f5df86501b0" providerId="LiveId" clId="{A91E2C09-B66A-462C-9572-B63B15A4627F}" dt="2026-08-12T04:02:20.074" v="42" actId="2710"/>
          <ac:spMkLst>
            <pc:docMk/>
            <pc:sldMk cId="4073330134" sldId="262"/>
            <ac:spMk id="3" creationId="{3D9CE7CA-F88C-B2BA-039D-ACB4D49B414C}"/>
          </ac:spMkLst>
        </pc:spChg>
      </pc:sldChg>
      <pc:sldChg chg="addSp modSp mod">
        <pc:chgData name="Rithika S" userId="08839f5df86501b0" providerId="LiveId" clId="{A91E2C09-B66A-462C-9572-B63B15A4627F}" dt="2026-08-12T02:43:18.380" v="14" actId="20577"/>
        <pc:sldMkLst>
          <pc:docMk/>
          <pc:sldMk cId="2890018493" sldId="265"/>
        </pc:sldMkLst>
        <pc:spChg chg="add mod">
          <ac:chgData name="Rithika S" userId="08839f5df86501b0" providerId="LiveId" clId="{A91E2C09-B66A-462C-9572-B63B15A4627F}" dt="2026-08-12T02:43:18.380" v="14" actId="20577"/>
          <ac:spMkLst>
            <pc:docMk/>
            <pc:sldMk cId="2890018493" sldId="265"/>
            <ac:spMk id="2" creationId="{6B68776C-1C3D-88A7-BFD9-ED952A729D07}"/>
          </ac:spMkLst>
        </pc:spChg>
      </pc:sldChg>
      <pc:sldChg chg="modSp mod">
        <pc:chgData name="Rithika S" userId="08839f5df86501b0" providerId="LiveId" clId="{A91E2C09-B66A-462C-9572-B63B15A4627F}" dt="2026-08-12T04:02:31.597" v="44" actId="2710"/>
        <pc:sldMkLst>
          <pc:docMk/>
          <pc:sldMk cId="1980760053" sldId="266"/>
        </pc:sldMkLst>
        <pc:spChg chg="mod">
          <ac:chgData name="Rithika S" userId="08839f5df86501b0" providerId="LiveId" clId="{A91E2C09-B66A-462C-9572-B63B15A4627F}" dt="2026-08-12T04:02:31.597" v="44" actId="2710"/>
          <ac:spMkLst>
            <pc:docMk/>
            <pc:sldMk cId="1980760053" sldId="266"/>
            <ac:spMk id="3" creationId="{F927B2DF-0CEB-A7A5-E90D-F5AF8805E14B}"/>
          </ac:spMkLst>
        </pc:spChg>
      </pc:sldChg>
      <pc:sldChg chg="ord">
        <pc:chgData name="Rithika S" userId="08839f5df86501b0" providerId="LiveId" clId="{A91E2C09-B66A-462C-9572-B63B15A4627F}" dt="2026-08-21T03:38:36.335" v="50"/>
        <pc:sldMkLst>
          <pc:docMk/>
          <pc:sldMk cId="2525727139" sldId="267"/>
        </pc:sldMkLst>
      </pc:sldChg>
      <pc:sldChg chg="addSp delSp modSp new mod">
        <pc:chgData name="Rithika S" userId="08839f5df86501b0" providerId="LiveId" clId="{A91E2C09-B66A-462C-9572-B63B15A4627F}" dt="2026-08-12T04:02:53.249" v="48" actId="1076"/>
        <pc:sldMkLst>
          <pc:docMk/>
          <pc:sldMk cId="2750555338" sldId="274"/>
        </pc:sldMkLst>
        <pc:spChg chg="add mod">
          <ac:chgData name="Rithika S" userId="08839f5df86501b0" providerId="LiveId" clId="{A91E2C09-B66A-462C-9572-B63B15A4627F}" dt="2026-08-12T04:02:48" v="46" actId="1076"/>
          <ac:spMkLst>
            <pc:docMk/>
            <pc:sldMk cId="2750555338" sldId="274"/>
            <ac:spMk id="9" creationId="{B9D8DF25-066E-FC0B-C490-372DDF1E0271}"/>
          </ac:spMkLst>
        </pc:spChg>
        <pc:picChg chg="add mod">
          <ac:chgData name="Rithika S" userId="08839f5df86501b0" providerId="LiveId" clId="{A91E2C09-B66A-462C-9572-B63B15A4627F}" dt="2026-08-12T04:02:50.891" v="47" actId="1076"/>
          <ac:picMkLst>
            <pc:docMk/>
            <pc:sldMk cId="2750555338" sldId="274"/>
            <ac:picMk id="5" creationId="{EBE54032-D785-60C2-A44B-FFE855535250}"/>
          </ac:picMkLst>
        </pc:picChg>
        <pc:picChg chg="add mod">
          <ac:chgData name="Rithika S" userId="08839f5df86501b0" providerId="LiveId" clId="{A91E2C09-B66A-462C-9572-B63B15A4627F}" dt="2026-08-12T04:02:53.249" v="48" actId="1076"/>
          <ac:picMkLst>
            <pc:docMk/>
            <pc:sldMk cId="2750555338" sldId="274"/>
            <ac:picMk id="7" creationId="{4D215EAF-24BF-E18E-62D7-BF5C20C2C6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02DD-B88B-9E04-DC4E-31384FE27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ECF12-BA7E-766B-FB68-C3E6FF429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34D7-5E46-7A61-F9FE-F008414A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9E199-92E6-EAB1-AC06-4C959542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DC345-E2FC-5C76-5890-112DA131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02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ECAF-9325-381D-153E-DD0A90AD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418C-E983-405C-D579-F7CF6222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F42EA-F51B-2BE5-2184-3607CEB2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30266-0E9D-DA63-8CE4-62E87BCE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00B12-861F-F147-0DD5-CD53C5B2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78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DB42-EC69-8AB9-E120-95EE3CF8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945F8-9E81-0CCD-05FC-7FC2EA38F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D6C5-710E-85A6-0EAF-A6A37B61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2D9D2-6665-DB16-9140-51DBF75D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79FCE-AA75-9B71-1F85-3593C5F3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2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56A6-0B87-86F7-9FF0-45C225C7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BFBA2-A44F-8428-42FA-0A6A6FA31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CC358-34D5-997C-C80D-430508A6B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95F6C-1683-D29E-8234-732A8914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5B3B9-355F-DBD3-9241-F666CB45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6DA1F-2EE9-030C-7547-844F7A7F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6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0B34-5744-0F3E-49B6-B831A4A5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4F088-B4E3-7BC5-F248-55D6DC9F7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66A02-08BF-093F-8F6F-E62215D9A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83C3F-D809-776B-0431-53A5CCC78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41C53-7B68-7A93-4205-25892C8F8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0DB59-E1E9-5B5E-8C58-9EDFC5E2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B5A7B3-BFB0-AE94-8A2A-5AA23ABA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12753-EC6C-31E5-DF36-953C8D1B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90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D8BE-EE4E-2B2C-10B8-CDA0724F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0EC9C-81AF-268C-8D69-E2CC39A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53765-CEE3-98A3-39C0-BC1096A7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D360E-1305-32ED-5381-7BF3DD2C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60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AD0E6-EB6D-4B3D-51D7-FFA49017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C824E-F5FD-A43C-F5E5-A000F5BB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3BC84-F27B-7903-72F5-483C0B32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15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4D7D-7A95-820F-4A6F-DD64BA1A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D2546-3E88-681A-6898-3AF5A1748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3356F-812F-0063-D61C-FDF2188DB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1959C-0A31-21EC-F7B0-63F009C40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CBAB5-180C-4703-C349-52862DE9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930F8-A1CD-9C0B-8DF8-9A55FA6D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59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906D-EDC4-BC59-0DF6-8C0639F5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DAB81-18EA-7995-FBEC-6C6A4A9FD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E7525-53D2-A324-6CC6-56FE3127B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33FB8-3DB1-4BB4-F048-54D429C3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1986D-C6D2-4C19-09B8-66CCA97F9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435AE-33AE-0197-8024-8852E3E7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49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1AC7-D70A-CFBA-8F1F-69A3EB77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4D478-08A4-BD66-6DA4-C64CD3D74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8C3E0-E053-503B-3D6E-6CAD22C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B846-9A59-23B6-B5A0-99B0467BB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D21C0-1641-81C1-BB52-B7CBCB22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35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8D3AF-A6EB-4A62-7940-756CB3A56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C0C6E-3CED-CD0C-04BB-4AEC471D8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24A3-02FD-49E8-AD58-E760F21F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AAC88-A764-446D-3E7A-AC6FE7A6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E640B-AE0E-1B0E-65A4-9695C0351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87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FC2AD-FE97-DBF0-9090-8C1F8336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C1A4C-3E72-745A-D545-13EE9D256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65F6C-53EA-DBC1-1687-452E16254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0F68B-EEE0-4845-9213-4F6651E26096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933E0-3B2C-7C07-9B82-DBB33ECE4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C4E8F-2FFA-F50C-CAB6-9A7363345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02734-5D8C-474E-B033-FB031B8A7E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756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en/view-image.php?image=80234&amp;picture=thank-you-text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05B6-A744-9683-D993-7CF3A456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437227DC-345A-9981-1E52-AEC4E6EBE6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49" y="560070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DC95C3-1648-5CD9-E443-1D2B92A1207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24576" y="560070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CD6DF4-3C7F-1B80-BEBD-5C330D4089B1}"/>
              </a:ext>
            </a:extLst>
          </p:cNvPr>
          <p:cNvSpPr txBox="1"/>
          <p:nvPr/>
        </p:nvSpPr>
        <p:spPr>
          <a:xfrm>
            <a:off x="1944512" y="393924"/>
            <a:ext cx="8302976" cy="1555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AND ANALYSIS OF PROCESSOR–MEMORY INTERACTIONS FOR EFFICIENT COMPUTER SYSTEM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F205B-B5B9-AC65-C469-246B56885E1C}"/>
              </a:ext>
            </a:extLst>
          </p:cNvPr>
          <p:cNvSpPr txBox="1"/>
          <p:nvPr/>
        </p:nvSpPr>
        <p:spPr>
          <a:xfrm>
            <a:off x="904049" y="4559514"/>
            <a:ext cx="5657172" cy="142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CSA0908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PROGRAMMING IN JAVA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GUIDE: DR. E. MEGANATH</a:t>
            </a:r>
            <a:r>
              <a:rPr lang="en-IN" dirty="0"/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C65CE-40DC-75C1-5199-9C504DBD015E}"/>
              </a:ext>
            </a:extLst>
          </p:cNvPr>
          <p:cNvSpPr txBox="1"/>
          <p:nvPr/>
        </p:nvSpPr>
        <p:spPr>
          <a:xfrm>
            <a:off x="6561220" y="4559514"/>
            <a:ext cx="51248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S (192572151)</a:t>
            </a:r>
          </a:p>
          <a:p>
            <a:pPr algn="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VINODHKUMAR Y(192472359)</a:t>
            </a:r>
          </a:p>
        </p:txBody>
      </p:sp>
    </p:spTree>
    <p:extLst>
      <p:ext uri="{BB962C8B-B14F-4D97-AF65-F5344CB8AC3E}">
        <p14:creationId xmlns:p14="http://schemas.microsoft.com/office/powerpoint/2010/main" val="252772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9993-2E7E-C4BA-32DA-F541DECC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23C8D3AC-01FA-BB38-7B5E-1FFA853FEB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94" y="125159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D7EB32-9255-AA36-ED7B-CA0EB7CC574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43440" y="125159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532ABC-936E-E1BA-06DF-18598BD75173}"/>
              </a:ext>
            </a:extLst>
          </p:cNvPr>
          <p:cNvSpPr txBox="1"/>
          <p:nvPr/>
        </p:nvSpPr>
        <p:spPr>
          <a:xfrm>
            <a:off x="1011181" y="1098826"/>
            <a:ext cx="1038390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lnSpc>
                <a:spcPct val="150000"/>
              </a:lnSpc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Java-based web application to automate event registration and attendance management.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participants to register online and receive a unique QR code for each event.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administrators to create events, monitor registrations, and track attendance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scanning ensures quick, secure, and error-free attendance recording.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attendance reports and participant statistics using Java, JDBC, and MySQL.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paperwork, minimizes manual errors, and improves overall event management efficiency.</a:t>
            </a:r>
          </a:p>
        </p:txBody>
      </p:sp>
    </p:spTree>
    <p:extLst>
      <p:ext uri="{BB962C8B-B14F-4D97-AF65-F5344CB8AC3E}">
        <p14:creationId xmlns:p14="http://schemas.microsoft.com/office/powerpoint/2010/main" val="1411920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693A-EBCD-6751-8819-283BD398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4EEC1657-13E3-44E6-2707-F71B08D084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72" y="227457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A95AAA-816D-CFF1-CFA5-20BA2D3398E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45606" y="227457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B164DF-148F-EE74-B1A6-D760653AC1F4}"/>
              </a:ext>
            </a:extLst>
          </p:cNvPr>
          <p:cNvSpPr txBox="1"/>
          <p:nvPr/>
        </p:nvSpPr>
        <p:spPr>
          <a:xfrm>
            <a:off x="904048" y="1523682"/>
            <a:ext cx="108734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Educational institutions organize seminars, workshops, technical events, and cultural programs regularly.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Manual registration and attendance consume significant time and often result in inaccurate records.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QR code technology provides a fast, secure, and contactless method for participant verification.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A centralized web-based system simplifies event scheduling, participant registration, attendance tracking, and report generation.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Java and MySQL provide a reliable platform for developing secure and scalable event management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2572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6A57-CFC2-681A-2446-B23C8799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5383C74E-0512-59A1-3371-005057F47F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73" y="285750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BEA9FE-6B67-B812-ABD4-DB22E9BEB2E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40509" y="403569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2B819-B8DF-878D-DB9C-E565B42E8C20}"/>
              </a:ext>
            </a:extLst>
          </p:cNvPr>
          <p:cNvSpPr txBox="1"/>
          <p:nvPr/>
        </p:nvSpPr>
        <p:spPr>
          <a:xfrm>
            <a:off x="904048" y="1353312"/>
            <a:ext cx="10252393" cy="527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Manual registration causes long waiting times.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Attendance sheets are prone to human errors.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Duplicate registrations lead to inaccurate participant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Maintaining event records manually is difficult.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Report generation requires additional time and effort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Automate the complete event registration process.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Improve attendance accuracy.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Eliminate paperwork.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Generate instant attendance reports.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Provide secure QR-based participant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21874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6BC9-8263-363D-99BB-318C8BC9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D950EE66-CE13-63F9-401F-F28223A9E2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38" y="173546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D79C2C-76A8-2230-953D-56A19770EA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23853" y="173546"/>
            <a:ext cx="831866" cy="1067562"/>
          </a:xfrm>
          <a:prstGeom prst="rect">
            <a:avLst/>
          </a:prstGeom>
          <a:noFill/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A0FCB2-BC23-FAA1-F663-236A79D42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497500"/>
              </p:ext>
            </p:extLst>
          </p:nvPr>
        </p:nvGraphicFramePr>
        <p:xfrm>
          <a:off x="1106905" y="1491916"/>
          <a:ext cx="9616948" cy="42832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04237">
                  <a:extLst>
                    <a:ext uri="{9D8B030D-6E8A-4147-A177-3AD203B41FA5}">
                      <a16:colId xmlns:a16="http://schemas.microsoft.com/office/drawing/2014/main" val="2112903622"/>
                    </a:ext>
                  </a:extLst>
                </a:gridCol>
                <a:gridCol w="2404237">
                  <a:extLst>
                    <a:ext uri="{9D8B030D-6E8A-4147-A177-3AD203B41FA5}">
                      <a16:colId xmlns:a16="http://schemas.microsoft.com/office/drawing/2014/main" val="530522204"/>
                    </a:ext>
                  </a:extLst>
                </a:gridCol>
                <a:gridCol w="2404237">
                  <a:extLst>
                    <a:ext uri="{9D8B030D-6E8A-4147-A177-3AD203B41FA5}">
                      <a16:colId xmlns:a16="http://schemas.microsoft.com/office/drawing/2014/main" val="2337878244"/>
                    </a:ext>
                  </a:extLst>
                </a:gridCol>
                <a:gridCol w="2404237">
                  <a:extLst>
                    <a:ext uri="{9D8B030D-6E8A-4147-A177-3AD203B41FA5}">
                      <a16:colId xmlns:a16="http://schemas.microsoft.com/office/drawing/2014/main" val="2219931282"/>
                    </a:ext>
                  </a:extLst>
                </a:gridCol>
              </a:tblGrid>
              <a:tr h="619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027923"/>
                  </a:ext>
                </a:extLst>
              </a:tr>
              <a:tr h="1526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Sharma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QR Code-Based Attendance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QR Code, Web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event management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211866"/>
                  </a:ext>
                </a:extLst>
              </a:tr>
              <a:tr h="106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Kumar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 Event Registration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Java,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automated report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305104"/>
                  </a:ext>
                </a:extLst>
              </a:tr>
              <a:tr h="106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Patel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Attendance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Lacks QR verification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916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0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B1595-11F8-9907-378F-E773B334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F1880728-4281-45B5-8AFB-440255A834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29" y="322326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C4574-F3F8-2B79-C08F-A9E6E55BC10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51592" y="322326"/>
            <a:ext cx="831866" cy="1067562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8776C-1C3D-88A7-BFD9-ED952A729D07}"/>
              </a:ext>
            </a:extLst>
          </p:cNvPr>
          <p:cNvSpPr txBox="1"/>
          <p:nvPr/>
        </p:nvSpPr>
        <p:spPr>
          <a:xfrm>
            <a:off x="548640" y="3758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18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2BF4-4C77-EABF-784C-6FE7B123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FEDC6EEB-884B-89AF-9531-E486572A00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73" y="249174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E7A302-47D2-B3AB-EBB9-7036A09F0F1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6150" y="249174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27B2DF-0CEB-A7A5-E90D-F5AF8805E14B}"/>
              </a:ext>
            </a:extLst>
          </p:cNvPr>
          <p:cNvSpPr txBox="1"/>
          <p:nvPr/>
        </p:nvSpPr>
        <p:spPr>
          <a:xfrm>
            <a:off x="904049" y="1543550"/>
            <a:ext cx="10178034" cy="461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AUTHENTICATION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register by providing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register number, department, email, and password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details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registration.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user registrations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information is securely stored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login, the system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entered credentials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authentication provides access to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user dashboard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76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259E-313A-1D15-AAAF-112016D0A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3A34F32C-E9D9-2D5C-5B7F-61524B4507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41" y="316991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E45BB0-3F77-A56D-783D-D6AC8F7978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3077" y="322706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9CE7CA-F88C-B2BA-039D-ACB4D49B414C}"/>
              </a:ext>
            </a:extLst>
          </p:cNvPr>
          <p:cNvSpPr txBox="1"/>
          <p:nvPr/>
        </p:nvSpPr>
        <p:spPr>
          <a:xfrm>
            <a:off x="876617" y="1384553"/>
            <a:ext cx="10252393" cy="682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2 - EVENT MANAGEMENT &amp; QR CODE GENERATION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update, and manage events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can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online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preferred events.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QR 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automatically generated after registration.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QR code is linked to the participant’s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details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codes are stored in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attendance verification. 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accurate, and secure event check-in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ctr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3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-20171216-WA0001 (2)">
            <a:extLst>
              <a:ext uri="{FF2B5EF4-FFF2-40B4-BE49-F238E27FC236}">
                <a16:creationId xmlns:a16="http://schemas.microsoft.com/office/drawing/2014/main" id="{EBE54032-D785-60C2-A44B-FFE855535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41" y="178598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215EAF-24BF-E18E-62D7-BF5C20C2C6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3077" y="178598"/>
            <a:ext cx="831866" cy="106756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D8DF25-066E-FC0B-C490-372DDF1E0271}"/>
              </a:ext>
            </a:extLst>
          </p:cNvPr>
          <p:cNvSpPr txBox="1"/>
          <p:nvPr/>
        </p:nvSpPr>
        <p:spPr>
          <a:xfrm>
            <a:off x="948038" y="1102052"/>
            <a:ext cx="10252393" cy="575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ATTENDANCE TRACKING &amp; REPORT GENERATION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records participant attendance by scanning the unique QR code during the event.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the QR code with the participant registration details stored in MySQL.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duplicate or invalid attendance entries.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is automatically stored and updated in the database.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view participant attendance and event-wise statistics.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accurate attendance reports, reducing manual work and errors.</a:t>
            </a:r>
          </a:p>
        </p:txBody>
      </p:sp>
    </p:spTree>
    <p:extLst>
      <p:ext uri="{BB962C8B-B14F-4D97-AF65-F5344CB8AC3E}">
        <p14:creationId xmlns:p14="http://schemas.microsoft.com/office/powerpoint/2010/main" val="275055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12979-32BB-DA6F-F0BC-719B6BEA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6E080708-8A6A-8EFE-7E5D-C12F4D3294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27" y="258318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FFBCE1-A56C-E1B8-933B-2CBEED6EB21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06263" y="258318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BA4FD-B205-C249-B0B5-95E24A8F2A2F}"/>
              </a:ext>
            </a:extLst>
          </p:cNvPr>
          <p:cNvSpPr txBox="1"/>
          <p:nvPr/>
        </p:nvSpPr>
        <p:spPr>
          <a:xfrm>
            <a:off x="969803" y="1673352"/>
            <a:ext cx="10252393" cy="45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QR Code-Based Event Registration and Attendance Management System using Java.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event registration and attendance tracking.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errors.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administrative efficiency.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participant verification.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accurate reports for future analysis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55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B3DC8-A874-F3E6-115F-C8661032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0527951C-B71F-5C4D-5203-8AF2D07F55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1" y="340614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8FC8F9-897C-78CE-4652-B03B45BEE50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3176" y="340614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EC0C22-8279-9FF4-8629-ED098575C4BB}"/>
              </a:ext>
            </a:extLst>
          </p:cNvPr>
          <p:cNvSpPr txBox="1"/>
          <p:nvPr/>
        </p:nvSpPr>
        <p:spPr>
          <a:xfrm>
            <a:off x="695864" y="1973669"/>
            <a:ext cx="10800271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</a:t>
            </a:r>
          </a:p>
          <a:p>
            <a:pPr algn="just"/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&amp; SMS Notifications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Attendance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Attendance Analytics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Generation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Multi-College Event Management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204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8424-1BE3-039A-2FAE-AEDB1D47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1F9AF0CE-7644-56B8-69D0-6A410420A6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62" y="285750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701B62-15EB-3ED0-B747-38163D0EF92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99480" y="285750"/>
            <a:ext cx="831866" cy="1067562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D741DB-0C2C-ADA1-9E47-018B9D4B1A68}"/>
              </a:ext>
            </a:extLst>
          </p:cNvPr>
          <p:cNvSpPr txBox="1"/>
          <p:nvPr/>
        </p:nvSpPr>
        <p:spPr>
          <a:xfrm>
            <a:off x="704088" y="1463040"/>
            <a:ext cx="10579608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Djamarullah, A. R., Nuryasin, I., &amp; Wibowo, H.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QR Code Attendance System Using BYOD (Bring Your Own Device)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Ultimatics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Teknik Informatika, 16(1), 32–37. https://doi.org/10.31937/ti.v16i1.3522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Shoji, T.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Practice of a Learning Management System with Attendance Management Function using QR 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Academic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eXchange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Information Environment and Strategy (AXIES 2024). https://doi.org/10.24669/axies.2024.0_502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Based Attendance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(2024). International Journal of Information Technology and Computer Engineering, 12(1), 504–513.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Bahtiar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H., &amp; Khan, K.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CLASSQR: A Smart and Contactless QR Code Attendance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Data Science and IoT Management System, 4(2), 10–13.</a:t>
            </a:r>
          </a:p>
        </p:txBody>
      </p:sp>
    </p:spTree>
    <p:extLst>
      <p:ext uri="{BB962C8B-B14F-4D97-AF65-F5344CB8AC3E}">
        <p14:creationId xmlns:p14="http://schemas.microsoft.com/office/powerpoint/2010/main" val="208761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3DFD-BF4A-0F7F-B4C7-9CEDE30C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G-20171216-WA0001 (2)">
            <a:extLst>
              <a:ext uri="{FF2B5EF4-FFF2-40B4-BE49-F238E27FC236}">
                <a16:creationId xmlns:a16="http://schemas.microsoft.com/office/drawing/2014/main" id="{BC687B99-1820-610F-ADB0-0C6CF07B3B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49" y="560070"/>
            <a:ext cx="1117551" cy="1067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8544D3-AECC-D805-37BE-A6AB6CF9BF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24576" y="560070"/>
            <a:ext cx="831866" cy="1067562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D8043-70AD-3D00-DDA1-BB9295396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26614" y="2145792"/>
            <a:ext cx="8338771" cy="276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0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777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Rithika S</dc:creator>
  <cp:lastModifiedBy>Rithika S</cp:lastModifiedBy>
  <cp:revision>5</cp:revision>
  <dcterms:created xsi:type="dcterms:W3CDTF">2026-07-21T05:37:27Z</dcterms:created>
  <dcterms:modified xsi:type="dcterms:W3CDTF">2026-08-21T03:38:45Z</dcterms:modified>
</cp:coreProperties>
</file>