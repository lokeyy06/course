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3" r:id="rId6"/>
    <p:sldId id="265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336BF-F81F-478F-B622-DAFB56FD780A}" v="1" dt="2026-08-12T04:22:42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hika S" userId="08839f5df86501b0" providerId="LiveId" clId="{A91E2C09-B66A-462C-9572-B63B15A4627F}"/>
    <pc:docChg chg="modSld">
      <pc:chgData name="Rithika S" userId="08839f5df86501b0" providerId="LiveId" clId="{A91E2C09-B66A-462C-9572-B63B15A4627F}" dt="2026-08-12T04:23:14.990" v="9" actId="14100"/>
      <pc:docMkLst>
        <pc:docMk/>
      </pc:docMkLst>
      <pc:sldChg chg="modSp mod">
        <pc:chgData name="Rithika S" userId="08839f5df86501b0" providerId="LiveId" clId="{A91E2C09-B66A-462C-9572-B63B15A4627F}" dt="2026-08-12T04:23:14.990" v="9" actId="14100"/>
        <pc:sldMkLst>
          <pc:docMk/>
          <pc:sldMk cId="1355650667" sldId="258"/>
        </pc:sldMkLst>
        <pc:spChg chg="mod">
          <ac:chgData name="Rithika S" userId="08839f5df86501b0" providerId="LiveId" clId="{A91E2C09-B66A-462C-9572-B63B15A4627F}" dt="2026-08-12T04:23:14.990" v="9" actId="14100"/>
          <ac:spMkLst>
            <pc:docMk/>
            <pc:sldMk cId="1355650667" sldId="258"/>
            <ac:spMk id="7" creationId="{1618DAB3-277C-158E-72C3-A88EBD8C4A52}"/>
          </ac:spMkLst>
        </pc:spChg>
      </pc:sldChg>
      <pc:sldChg chg="modSp mod">
        <pc:chgData name="Rithika S" userId="08839f5df86501b0" providerId="LiveId" clId="{A91E2C09-B66A-462C-9572-B63B15A4627F}" dt="2026-08-12T04:20:06.930" v="0" actId="113"/>
        <pc:sldMkLst>
          <pc:docMk/>
          <pc:sldMk cId="444480916" sldId="263"/>
        </pc:sldMkLst>
        <pc:spChg chg="mod">
          <ac:chgData name="Rithika S" userId="08839f5df86501b0" providerId="LiveId" clId="{A91E2C09-B66A-462C-9572-B63B15A4627F}" dt="2026-08-12T04:20:06.930" v="0" actId="113"/>
          <ac:spMkLst>
            <pc:docMk/>
            <pc:sldMk cId="444480916" sldId="263"/>
            <ac:spMk id="4" creationId="{1CC381E6-4343-4836-5EC5-23A7E053E6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6238-9427-7E06-69A4-C45FF9C06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7EA3E-8367-B53F-6B7D-B2F7D587A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438EB-95CD-7B8B-D4D7-09B4247D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B7BE9-8D4A-C72B-2807-53F913FDC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70DE1-2C5F-D1BD-11E5-426E4D9D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0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A24E-7CE2-43FF-1F4E-41242A44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A79F9-EE36-33AF-FBAD-1F51F5967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4B4A-633E-9880-71CB-F598AD39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0FE76-6182-251C-9199-D836BC57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44B2C-FA65-38AF-9D59-DD373546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80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51F2-3021-32E4-4279-2CD2A1C6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31BC4-F45F-41D1-EE6D-141F270CC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EB162-2CE8-C0A0-3269-F9AB85A2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214ED-3DAF-9BF5-A7C8-C8F6C8A2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25B6D-5801-DF4F-6A12-8FFB1D84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73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E8E3-3410-144E-446A-D10882A3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D215B-2332-7848-6A62-F4934B14F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2CBFB-F83A-8BE5-072B-317FFA5EF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280BB-C462-2E78-4F1D-01495A44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F89B2-9107-4849-A1AE-4CE5A2A3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04D9A-773B-A907-9662-076CC8EB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9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8460-A66D-D08E-0D76-83A73416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31CBD-F233-E57F-89EC-89E92E2D4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62AA0-7F8F-A992-4FDC-7FD07F205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FD7B2-9DAD-AF55-22CF-E7212A98D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2665F-52D0-6793-E81E-8C7643C1F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3E93FB-0E3F-C781-65A1-DDCAC1D5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B397D-0295-3A63-EF3E-A612456B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4246C-67EF-957C-E777-C0BC33D4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69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0F6C-B48A-E239-41E6-FFFE896E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35819-B089-8E03-570F-4CC05DFE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CE0E1-5D61-1FB8-4467-28FDB4A3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E26C4-778C-C88E-7EB3-204EE627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07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16AC1-7A96-2B2B-1970-74911EF0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0BA1C-9C0E-5820-7C7B-14E70DFE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CAC4D-6808-3254-5E12-848772C0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345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4217-EE17-3E82-C29E-A5D2614C8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5951E-822F-AD5B-E513-E0DED9115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37D66-2502-1180-D818-1A24270FE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D474E-ADC2-909C-2EC5-83A903C2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B9953-0678-4648-7226-959ED180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F6133-80BC-CEDD-1106-3526A7C2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079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1794-9C9B-C85F-A231-D4E94592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7533F-B164-7B26-49C9-F622C985A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83C0C-7827-32D0-C3E7-0A5750033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7C7E6-B86A-2D67-830E-0BAC1084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AA624-C8A6-9FD6-8E48-5C8511B8B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ACA4D-0257-2CBC-A4E6-00C338AD4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279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D78E-3830-D6CE-23D7-DF5369EB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0BF42-5700-BE67-AF15-2C6D5D04D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5A047-9728-4A5B-D409-B8759293F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847BC-C95A-4773-1DBF-AFA3462E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9852-F023-E462-1C21-F90E4A42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AE5EB-7424-D89A-1164-B25E9B9C1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DB36-DD35-E97F-F709-6E9470B9F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339E8-F8B2-AA19-98FD-4CB5573D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00983-3B7B-F18A-A0DB-0ED67835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03FD1-72BD-7DD0-2734-70E3C664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45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E9EA13-A1AE-EFB5-4204-76A0A4AA0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8DAD0-47C7-48B2-BEC6-2BA2F8FBA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70060-748F-7910-8DD8-65621D3AB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E99B5-6843-66F4-10EB-C1AEB483C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87C7B-077D-FAAE-DD78-5DA61407E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26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8DEB9CB3-EAF9-C875-B556-A69635BE6D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284" y="150271"/>
            <a:ext cx="9763432" cy="11549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21CB6A-4FE6-69BF-E2DE-47CFB89CEC6C}"/>
              </a:ext>
            </a:extLst>
          </p:cNvPr>
          <p:cNvSpPr txBox="1"/>
          <p:nvPr/>
        </p:nvSpPr>
        <p:spPr>
          <a:xfrm>
            <a:off x="393290" y="2044005"/>
            <a:ext cx="114054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Student Management System with Attendance and Performance Analytics Using Java</a:t>
            </a:r>
          </a:p>
          <a:p>
            <a:pPr algn="ctr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CSA0908-Pragramming In Java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87F3A-AF51-9350-C9C8-788D1A8CE1D0}"/>
              </a:ext>
            </a:extLst>
          </p:cNvPr>
          <p:cNvSpPr txBox="1"/>
          <p:nvPr/>
        </p:nvSpPr>
        <p:spPr>
          <a:xfrm>
            <a:off x="6949440" y="4886632"/>
            <a:ext cx="55508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GOPI CHAND (192472161)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VINOTHKUMAR (192472359)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LOKESH 9192572151)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98028-A510-3A92-3828-63586D820AE7}"/>
              </a:ext>
            </a:extLst>
          </p:cNvPr>
          <p:cNvSpPr txBox="1"/>
          <p:nvPr/>
        </p:nvSpPr>
        <p:spPr>
          <a:xfrm>
            <a:off x="592282" y="4994787"/>
            <a:ext cx="37830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MEGANATHAN E</a:t>
            </a:r>
          </a:p>
        </p:txBody>
      </p:sp>
    </p:spTree>
    <p:extLst>
      <p:ext uri="{BB962C8B-B14F-4D97-AF65-F5344CB8AC3E}">
        <p14:creationId xmlns:p14="http://schemas.microsoft.com/office/powerpoint/2010/main" val="386343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A6ADC-E9CA-CC60-4031-2575CF6E4026}"/>
              </a:ext>
            </a:extLst>
          </p:cNvPr>
          <p:cNvSpPr txBox="1"/>
          <p:nvPr/>
        </p:nvSpPr>
        <p:spPr>
          <a:xfrm>
            <a:off x="3603971" y="342212"/>
            <a:ext cx="4316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38360CF1-4C41-E691-6DAA-4CADF66E0F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577CABA4-190A-10D2-865C-D3EE37F064A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18DAB3-277C-158E-72C3-A88EBD8C4A52}"/>
              </a:ext>
            </a:extLst>
          </p:cNvPr>
          <p:cNvSpPr txBox="1"/>
          <p:nvPr/>
        </p:nvSpPr>
        <p:spPr>
          <a:xfrm>
            <a:off x="673511" y="1857675"/>
            <a:ext cx="10683338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system for managing student information, attendance, and marks.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registration, attendance, marks entry, and report generation.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attendance percentage and academic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performance analytics for better student monitoring.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Java, Swing, JDBC, and MySQL.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paperwork, errors, and administrative workload. </a:t>
            </a:r>
          </a:p>
        </p:txBody>
      </p:sp>
    </p:spTree>
    <p:extLst>
      <p:ext uri="{BB962C8B-B14F-4D97-AF65-F5344CB8AC3E}">
        <p14:creationId xmlns:p14="http://schemas.microsoft.com/office/powerpoint/2010/main" val="135565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E5FF0F59-E242-9F3E-823A-EF1B97FC73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76D0D092-D563-177A-6A46-85A1B2B1535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FAA0D1-8BD4-2FF2-DA01-0D7D43C7B5CB}"/>
              </a:ext>
            </a:extLst>
          </p:cNvPr>
          <p:cNvSpPr txBox="1"/>
          <p:nvPr/>
        </p:nvSpPr>
        <p:spPr>
          <a:xfrm>
            <a:off x="3778827" y="467590"/>
            <a:ext cx="4634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77CB3-C148-142B-C08B-AE3EFEFD6B73}"/>
              </a:ext>
            </a:extLst>
          </p:cNvPr>
          <p:cNvSpPr txBox="1"/>
          <p:nvPr/>
        </p:nvSpPr>
        <p:spPr>
          <a:xfrm>
            <a:off x="784860" y="1500353"/>
            <a:ext cx="10920845" cy="489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educational institutions still use manual methods to manage student records, attendance, and marks.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are time-consuming and prone to human errors.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separate records makes it difficult to track student performance efficiently.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attendance and academic reports requires significant time and effort.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centralized, automated system to improve accuracy, efficiency, and performance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49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06C3-1C64-94D3-90BE-9A75751F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A71DE5F-BA48-F2A4-96E0-9D25064D19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CFDBA61D-36C4-B5BE-DF50-99EFB1D7A0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79910F-2CA0-2924-E22C-33106F3BF615}"/>
              </a:ext>
            </a:extLst>
          </p:cNvPr>
          <p:cNvSpPr txBox="1"/>
          <p:nvPr/>
        </p:nvSpPr>
        <p:spPr>
          <a:xfrm>
            <a:off x="4937414" y="467591"/>
            <a:ext cx="2317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9A540-44C4-F777-AB2E-A63D95EC0CDE}"/>
              </a:ext>
            </a:extLst>
          </p:cNvPr>
          <p:cNvSpPr txBox="1"/>
          <p:nvPr/>
        </p:nvSpPr>
        <p:spPr>
          <a:xfrm>
            <a:off x="785910" y="1467458"/>
            <a:ext cx="10619509" cy="492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system to manage student information, attendance, and academic records efficiently.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attendance tracking to reduce manual work and improve accuracy.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student performance using attendance and examination marks to monitor academic progress.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such as attendance summaries and performance reports quickly and accurately.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administrative efficiency by providing a secure, user-friendly, and reliable Java-based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66450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29D0-5921-3748-CB4B-541CF9B7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B7D97CD6-663F-CAD0-45FE-9F95876510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66B664FF-635B-834A-4E9E-8C41C70733D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3A4C12-9701-27D0-1020-7E3DC1AA37CB}"/>
              </a:ext>
            </a:extLst>
          </p:cNvPr>
          <p:cNvSpPr txBox="1"/>
          <p:nvPr/>
        </p:nvSpPr>
        <p:spPr>
          <a:xfrm>
            <a:off x="1539695" y="440575"/>
            <a:ext cx="9192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Registration &amp; User Authentication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381E6-4343-4836-5EC5-23A7E053E60E}"/>
              </a:ext>
            </a:extLst>
          </p:cNvPr>
          <p:cNvSpPr txBox="1"/>
          <p:nvPr/>
        </p:nvSpPr>
        <p:spPr>
          <a:xfrm>
            <a:off x="1046052" y="1974689"/>
            <a:ext cx="10099895" cy="335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and faculty registration with personal and academic details.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using username/email and password.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for Admin, Faculty, and Students.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user details and prevention of duplicate accounts.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storage of user information in the database.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dashboards based on user roles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448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5A636-01C0-AE32-E05C-881D7C20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0AFA3397-35E6-933C-AD5E-8BB1F5D17E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8B5AACB4-C6F7-1293-C182-BA77799DB0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A2B949-2329-D490-A4EB-283AB9F90565}"/>
              </a:ext>
            </a:extLst>
          </p:cNvPr>
          <p:cNvSpPr txBox="1"/>
          <p:nvPr/>
        </p:nvSpPr>
        <p:spPr>
          <a:xfrm>
            <a:off x="1906676" y="564433"/>
            <a:ext cx="7788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Student &amp; Attendance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D40AF-D8EC-8E88-759E-ADDD0D913731}"/>
              </a:ext>
            </a:extLst>
          </p:cNvPr>
          <p:cNvSpPr txBox="1"/>
          <p:nvPr/>
        </p:nvSpPr>
        <p:spPr>
          <a:xfrm>
            <a:off x="1632267" y="2189850"/>
            <a:ext cx="8337643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Add, update, view, and manage student academic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Faculty can record daily attendance for each student.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Automatically calculate attendance percentage.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Track subject-wise and overall attendance.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Identify students with low attendance.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Store attendance records securely for future reference.</a:t>
            </a:r>
          </a:p>
        </p:txBody>
      </p:sp>
    </p:spTree>
    <p:extLst>
      <p:ext uri="{BB962C8B-B14F-4D97-AF65-F5344CB8AC3E}">
        <p14:creationId xmlns:p14="http://schemas.microsoft.com/office/powerpoint/2010/main" val="3988940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EAA3-0B00-1B40-B3F2-7A3EF6A1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98812CAA-CDD8-BF7E-3795-430F295B25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2415658C-3033-A510-655A-65A20D2CCD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2EA6A9-BBF4-73F9-53F0-A50AB22C7FB8}"/>
              </a:ext>
            </a:extLst>
          </p:cNvPr>
          <p:cNvSpPr txBox="1"/>
          <p:nvPr/>
        </p:nvSpPr>
        <p:spPr>
          <a:xfrm>
            <a:off x="1527462" y="342212"/>
            <a:ext cx="932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Performance Analytics &amp; Report Generation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B756A-4943-7C65-96E6-C85928B436B7}"/>
              </a:ext>
            </a:extLst>
          </p:cNvPr>
          <p:cNvSpPr txBox="1"/>
          <p:nvPr/>
        </p:nvSpPr>
        <p:spPr>
          <a:xfrm>
            <a:off x="673510" y="1550741"/>
            <a:ext cx="10418162" cy="44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and manages students examination marks for different subjects.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total marks, percentage, and grades automatically.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Analyses student performance to identify academic strengths and weaknesses.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attendance and performance reports in a clear and organized format.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to help teachers monitor progress and improve student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254816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E2657-D090-9546-A980-61E6BFDC0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99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97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420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Prabhakar P</dc:creator>
  <cp:lastModifiedBy>Rithika S</cp:lastModifiedBy>
  <cp:revision>7</cp:revision>
  <dcterms:created xsi:type="dcterms:W3CDTF">2026-08-06T16:53:16Z</dcterms:created>
  <dcterms:modified xsi:type="dcterms:W3CDTF">2026-08-12T04:23:20Z</dcterms:modified>
</cp:coreProperties>
</file>